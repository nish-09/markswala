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Structures and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CS201 — Lecture Series</a:t>
            </a:r>
          </a:p>
          <a:p>
            <a:r>
              <a:t>Searching, Stacks, Queues, Graphs and 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Big-O: upper bound</a:t>
            </a:r>
          </a:p>
          <a:p>
            <a:pPr>
              <a:defRPr sz="2400"/>
            </a:pPr>
            <a:r>
              <a:t>Omega: lower bound</a:t>
            </a:r>
          </a:p>
          <a:p>
            <a:pPr>
              <a:defRPr sz="2400"/>
            </a:pPr>
            <a:r>
              <a:t>Theta: tight bound</a:t>
            </a:r>
          </a:p>
          <a:p>
            <a:pPr>
              <a:defRPr sz="2400"/>
            </a:pPr>
            <a:r>
              <a:t>Halving loop =&gt; O(log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Requires a SORTED array</a:t>
            </a:r>
          </a:p>
          <a:p>
            <a:pPr>
              <a:defRPr sz="2400"/>
            </a:pPr>
            <a:r>
              <a:t>Compare key with the middle element</a:t>
            </a:r>
          </a:p>
          <a:p>
            <a:pPr>
              <a:defRPr sz="2400"/>
            </a:pPr>
            <a:r>
              <a:t>Discard half of the search space each step</a:t>
            </a:r>
          </a:p>
          <a:p>
            <a:pPr>
              <a:defRPr sz="2400"/>
            </a:pPr>
            <a:r>
              <a:t>T(n) = T(n/2) + O(1) =&gt; O(log 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(LIFO)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 and delete at the top only</a:t>
            </a:r>
          </a:p>
          <a:p>
            <a:pPr>
              <a:defRPr sz="2400"/>
            </a:pPr>
            <a:r>
              <a:t>push, pop, peek: O(1)</a:t>
            </a:r>
          </a:p>
          <a:p>
            <a:pPr>
              <a:defRPr sz="2400"/>
            </a:pPr>
            <a:r>
              <a:t>Applications: undo, recursion, expression evaluation, balanced parentheses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(FIFO)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 at rear, delete at front</a:t>
            </a:r>
          </a:p>
          <a:p>
            <a:pPr>
              <a:defRPr sz="2400"/>
            </a:pPr>
            <a:r>
              <a:t>enqueue, dequeue: O(1)</a:t>
            </a:r>
          </a:p>
          <a:p>
            <a:pPr>
              <a:defRPr sz="2400"/>
            </a:pPr>
            <a:r>
              <a:t>Applications: scheduling, buffering, breadth first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versus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Stack: last in, first out; one open end</a:t>
            </a:r>
          </a:p>
          <a:p>
            <a:pPr>
              <a:defRPr sz="2400"/>
            </a:pPr>
            <a:r>
              <a:t>Queue: first in, first out; two ends</a:t>
            </a:r>
          </a:p>
          <a:p>
            <a:pPr>
              <a:defRPr sz="2400"/>
            </a:pPr>
            <a:r>
              <a:t>Example: plates (stack) and a ticket line (queue)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Reversing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Three pointers: prev, curr, next</a:t>
            </a:r>
          </a:p>
          <a:p>
            <a:pPr>
              <a:defRPr sz="2400"/>
            </a:pPr>
            <a:r>
              <a:t>curr.next = prev; then advance all pointers</a:t>
            </a:r>
          </a:p>
          <a:p>
            <a:pPr>
              <a:defRPr sz="2400"/>
            </a:pPr>
            <a:r>
              <a:t>O(n) time, O(1) extra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Breadth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Uses a queue</a:t>
            </a:r>
          </a:p>
          <a:p>
            <a:pPr>
              <a:defRPr sz="2400"/>
            </a:pPr>
            <a:r>
              <a:t>Level by level exploration</a:t>
            </a:r>
          </a:p>
          <a:p>
            <a:pPr>
              <a:defRPr sz="2400"/>
            </a:pPr>
            <a:r>
              <a:t>Shortest path in unweighted graphs</a:t>
            </a:r>
          </a:p>
          <a:p>
            <a:pPr>
              <a:defRPr sz="2400"/>
            </a:pPr>
            <a:r>
              <a:t>O(V + E) with adjacency 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Uses a stack or recursion</a:t>
            </a:r>
          </a:p>
          <a:p>
            <a:pPr>
              <a:defRPr sz="2400"/>
            </a:pPr>
            <a:r>
              <a:t>Explores a branch fully, then backtracks</a:t>
            </a:r>
          </a:p>
          <a:p>
            <a:pPr>
              <a:defRPr sz="2400"/>
            </a:pPr>
            <a:r>
              <a:t>Cycle detection, topological sort</a:t>
            </a:r>
          </a:p>
          <a:p>
            <a:pPr>
              <a:defRPr sz="2400"/>
            </a:pPr>
            <a:r>
              <a:t>O(V + 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Hashing and 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Hash function maps key -&gt; index</a:t>
            </a:r>
          </a:p>
          <a:p>
            <a:pPr>
              <a:defRPr sz="2400"/>
            </a:pPr>
            <a:r>
              <a:t>Chaining: linked list per slot</a:t>
            </a:r>
          </a:p>
          <a:p>
            <a:pPr>
              <a:defRPr sz="2400"/>
            </a:pPr>
            <a:r>
              <a:t>Open addressing: linear, quadratic probing, double hashing</a:t>
            </a:r>
          </a:p>
          <a:p>
            <a:pPr>
              <a:defRPr sz="2400"/>
            </a:pPr>
            <a:r>
              <a:t>Load factor = n /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